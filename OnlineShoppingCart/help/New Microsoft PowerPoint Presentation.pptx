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91337"/>
    <a:srgbClr val="FC3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45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245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2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67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30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86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315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83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189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25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7AC5C-CAE1-40FA-B947-5AA82309D1DF}" type="datetimeFigureOut">
              <a:rPr lang="en-IN" smtClean="0"/>
              <a:t>06-10-2018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31C2C-885B-46E2-A0C4-A800DB2547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4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493957" y="3914367"/>
            <a:ext cx="3023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@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0070C0"/>
                </a:solidFill>
              </a:rPr>
              <a:t>r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t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B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!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FC3F04"/>
                </a:solidFill>
              </a:rPr>
              <a:t>n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C00000"/>
                </a:solidFill>
              </a:rPr>
              <a:t>d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u</a:t>
            </a:r>
            <a:endParaRPr lang="en-US" sz="5400" b="1" cap="none" spc="0" dirty="0">
              <a:ln w="19050">
                <a:solidFill>
                  <a:schemeClr val="tx1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93136" y="810950"/>
            <a:ext cx="3023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@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0070C0"/>
                </a:solidFill>
              </a:rPr>
              <a:t>r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00B0F0"/>
                </a:solidFill>
              </a:rPr>
              <a:t>t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00B050"/>
                </a:solidFill>
              </a:rPr>
              <a:t>B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FFFF00"/>
                </a:solidFill>
              </a:rPr>
              <a:t>!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FC3F04"/>
                </a:solidFill>
              </a:rPr>
              <a:t>n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C00000"/>
                </a:solidFill>
              </a:rPr>
              <a:t>d</a:t>
            </a:r>
            <a:r>
              <a:rPr lang="en-US" sz="5400" b="1" dirty="0" smtClean="0">
                <a:ln w="19050">
                  <a:solidFill>
                    <a:schemeClr val="tx1"/>
                  </a:solidFill>
                  <a:prstDash val="solid"/>
                </a:ln>
                <a:solidFill>
                  <a:srgbClr val="7030A0"/>
                </a:solidFill>
              </a:rPr>
              <a:t>u</a:t>
            </a:r>
            <a:endParaRPr lang="en-US" sz="5400" b="1" cap="none" spc="0" dirty="0">
              <a:ln w="19050">
                <a:solidFill>
                  <a:schemeClr val="tx1"/>
                </a:solidFill>
                <a:prstDash val="solid"/>
              </a:ln>
              <a:solidFill>
                <a:srgbClr val="7030A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15144" y="645404"/>
            <a:ext cx="5537286" cy="224676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4000" b="1" dirty="0" smtClean="0">
                <a:ln w="28575">
                  <a:solidFill>
                    <a:srgbClr val="391337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dist="38100" dir="2700000" algn="bl" rotWithShape="0">
                    <a:schemeClr val="accent5"/>
                  </a:outerShdw>
                </a:effectLst>
                <a:latin typeface="Forte" panose="03060902040502070203" pitchFamily="66" charset="0"/>
              </a:rPr>
              <a:t>B</a:t>
            </a:r>
            <a:r>
              <a:rPr lang="en-US" sz="5400" b="1" dirty="0" smtClean="0">
                <a:ln w="28575">
                  <a:solidFill>
                    <a:srgbClr val="391337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dist="38100" dir="2700000" algn="bl" rotWithShape="0">
                    <a:schemeClr val="accent5"/>
                  </a:outerShdw>
                </a:effectLst>
                <a:latin typeface="Forte" panose="03060902040502070203" pitchFamily="66" charset="0"/>
              </a:rPr>
              <a:t>OOK STOR</a:t>
            </a:r>
            <a:r>
              <a:rPr lang="en-US" sz="14000" b="1" dirty="0" smtClean="0">
                <a:ln w="28575">
                  <a:solidFill>
                    <a:srgbClr val="391337"/>
                  </a:solidFill>
                  <a:prstDash val="solid"/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dist="38100" dir="2700000" algn="bl" rotWithShape="0">
                    <a:schemeClr val="accent5"/>
                  </a:outerShdw>
                </a:effectLst>
                <a:latin typeface="Forte" panose="03060902040502070203" pitchFamily="66" charset="0"/>
              </a:rPr>
              <a:t>E</a:t>
            </a:r>
            <a:endParaRPr lang="en-US" sz="5400" b="1" cap="none" spc="0" dirty="0">
              <a:ln w="28575">
                <a:solidFill>
                  <a:srgbClr val="391337"/>
                </a:solidFill>
                <a:prstDash val="solid"/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dist="38100" dir="2700000" algn="bl" rotWithShape="0">
                  <a:schemeClr val="accent5"/>
                </a:outerShdw>
              </a:effectLst>
              <a:latin typeface="Forte" panose="0306090204050207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078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101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Forte</vt:lpstr>
      <vt:lpstr>Office Theme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Programming</dc:creator>
  <cp:lastModifiedBy>Programming</cp:lastModifiedBy>
  <cp:revision>8</cp:revision>
  <dcterms:created xsi:type="dcterms:W3CDTF">2018-09-29T22:33:48Z</dcterms:created>
  <dcterms:modified xsi:type="dcterms:W3CDTF">2018-10-06T17:04:34Z</dcterms:modified>
</cp:coreProperties>
</file>